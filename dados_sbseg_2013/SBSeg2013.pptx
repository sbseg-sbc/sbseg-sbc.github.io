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xlsx" ContentType="application/vnd.openxmlformats-officedocument.spreadsheetml.sheet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8" r:id="rId2"/>
    <p:sldId id="362" r:id="rId3"/>
    <p:sldId id="363" r:id="rId4"/>
    <p:sldId id="364" r:id="rId5"/>
    <p:sldId id="303" r:id="rId6"/>
    <p:sldId id="3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8EB4"/>
    <a:srgbClr val="9095B4"/>
    <a:srgbClr val="29499B"/>
    <a:srgbClr val="15195B"/>
    <a:srgbClr val="151955"/>
    <a:srgbClr val="14184E"/>
    <a:srgbClr val="0D1974"/>
    <a:srgbClr val="111F87"/>
    <a:srgbClr val="28529B"/>
    <a:srgbClr val="1523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44" autoAdjust="0"/>
    <p:restoredTop sz="79083" autoAdjust="0"/>
  </p:normalViewPr>
  <p:slideViewPr>
    <p:cSldViewPr snapToGrid="0" snapToObjects="1">
      <p:cViewPr>
        <p:scale>
          <a:sx n="75" d="100"/>
          <a:sy n="75" d="100"/>
        </p:scale>
        <p:origin x="-504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interSettings" Target="printerSettings/printerSettings1.bin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ECC65-E668-9440-A7CD-4268CBB76821}" type="datetimeFigureOut">
              <a:rPr lang="en-US" smtClean="0"/>
              <a:pPr/>
              <a:t>12/11/13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5EFF9-E7A2-2E4E-A543-2BE6B8DCCB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8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EC3EB-1BAA-4F86-9D42-D40506BEAB95}" type="datetimeFigureOut">
              <a:rPr lang="en-GB" smtClean="0"/>
              <a:pPr/>
              <a:t>12/11/13</a:t>
            </a:fld>
            <a:endParaRPr lang="en-GB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3CF14-28B9-48C2-A9D4-5341AEB592B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1737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3CF14-28B9-48C2-A9D4-5341AEB592B1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690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 em Portuguê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spaço Reservado para Texto 29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907853"/>
            <a:ext cx="7772400" cy="41751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spcBef>
                <a:spcPts val="600"/>
              </a:spcBef>
              <a:spcAft>
                <a:spcPts val="600"/>
              </a:spcAft>
              <a:buNone/>
              <a:defRPr lang="pt-BR" sz="20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ea typeface="+mn-ea"/>
                <a:cs typeface="VistaSansBoldItalic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XIII </a:t>
            </a:r>
            <a:r>
              <a:rPr lang="en-US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Simp</a:t>
            </a:r>
            <a:r>
              <a:rPr lang="en-US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ósio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 </a:t>
            </a:r>
            <a:r>
              <a:rPr lang="en-US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Brasileiro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 </a:t>
            </a:r>
            <a:r>
              <a:rPr lang="en-US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em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 </a:t>
            </a:r>
            <a:r>
              <a:rPr lang="en-US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Segurança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 da </a:t>
            </a:r>
            <a:r>
              <a:rPr lang="en-US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Informação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 e de </a:t>
            </a:r>
            <a:r>
              <a:rPr lang="en-US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Sistemas</a:t>
            </a: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 </a:t>
            </a:r>
            <a:r>
              <a:rPr lang="en-US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Computacionais</a:t>
            </a: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VistaSansBoldItalic"/>
              <a:cs typeface="VistaSansBoldItalic"/>
            </a:endParaRPr>
          </a:p>
        </p:txBody>
      </p:sp>
      <p:sp>
        <p:nvSpPr>
          <p:cNvPr id="13" name="Rectangle 18"/>
          <p:cNvSpPr/>
          <p:nvPr userDrawn="1"/>
        </p:nvSpPr>
        <p:spPr>
          <a:xfrm>
            <a:off x="-197556" y="1759185"/>
            <a:ext cx="9548519" cy="3778015"/>
          </a:xfrm>
          <a:prstGeom prst="rect">
            <a:avLst/>
          </a:prstGeom>
          <a:gradFill flip="none" rotWithShape="1">
            <a:gsLst>
              <a:gs pos="100000">
                <a:srgbClr val="111F87"/>
              </a:gs>
              <a:gs pos="0">
                <a:srgbClr val="28529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6360"/>
            <a:ext cx="7772400" cy="1470025"/>
          </a:xfrm>
        </p:spPr>
        <p:txBody>
          <a:bodyPr>
            <a:normAutofit/>
          </a:bodyPr>
          <a:lstStyle>
            <a:lvl1pPr marL="0" algn="ctr" defTabSz="4572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000000"/>
                </a:solidFill>
                <a:latin typeface="VistaSansBoldItalic"/>
                <a:ea typeface="+mj-ea"/>
                <a:cs typeface="VistaSansBoldItalic"/>
              </a:defRPr>
            </a:lvl1pPr>
          </a:lstStyle>
          <a:p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Relato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 da 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Coordean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ção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Geral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 </a:t>
            </a:r>
            <a:endParaRPr lang="en-US" sz="2800" dirty="0">
              <a:solidFill>
                <a:schemeClr val="bg1"/>
              </a:solidFill>
              <a:latin typeface="VistaSansBoldItalic"/>
              <a:cs typeface="VistaSansBoldItalic"/>
            </a:endParaRPr>
          </a:p>
        </p:txBody>
      </p:sp>
      <p:pic>
        <p:nvPicPr>
          <p:cNvPr id="5" name="Picture 4" descr="marca em pret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130" y="1981196"/>
            <a:ext cx="6057318" cy="335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27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in 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-197556" y="1759185"/>
            <a:ext cx="9548519" cy="3778015"/>
          </a:xfrm>
          <a:prstGeom prst="rect">
            <a:avLst/>
          </a:prstGeom>
          <a:gradFill flip="none" rotWithShape="1">
            <a:gsLst>
              <a:gs pos="100000">
                <a:srgbClr val="111F87"/>
              </a:gs>
              <a:gs pos="0">
                <a:srgbClr val="28529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20" name="Straight Connector 20"/>
          <p:cNvCxnSpPr/>
          <p:nvPr userDrawn="1"/>
        </p:nvCxnSpPr>
        <p:spPr>
          <a:xfrm>
            <a:off x="1195168" y="3713867"/>
            <a:ext cx="6753665" cy="0"/>
          </a:xfrm>
          <a:prstGeom prst="line">
            <a:avLst/>
          </a:prstGeom>
          <a:ln w="12700" cmpd="sng">
            <a:solidFill>
              <a:srgbClr val="0D1974"/>
            </a:solidFill>
          </a:ln>
          <a:effectLst>
            <a:outerShdw blurRad="38100" dist="12700" dir="5400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ço Reservado para Texto 29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907853"/>
            <a:ext cx="7772400" cy="41751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spcBef>
                <a:spcPts val="600"/>
              </a:spcBef>
              <a:spcAft>
                <a:spcPts val="600"/>
              </a:spcAft>
              <a:buNone/>
              <a:defRPr lang="pt-BR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ea typeface="+mn-ea"/>
                <a:cs typeface="VistaSansBoldItalic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BoldItalic"/>
                <a:cs typeface="VistaSansBoldItalic"/>
              </a:rPr>
              <a:t>Name of Congress, Symposium, Dissertation etc.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06600"/>
            <a:ext cx="7772400" cy="1470025"/>
          </a:xfrm>
        </p:spPr>
        <p:txBody>
          <a:bodyPr>
            <a:normAutofit/>
          </a:bodyPr>
          <a:lstStyle>
            <a:lvl1pPr marL="0" algn="ctr" defTabSz="457200" rtl="0" eaLnBrk="1" latinLnBrk="0" hangingPunct="1">
              <a:spcBef>
                <a:spcPct val="0"/>
              </a:spcBef>
              <a:buNone/>
              <a:defRPr lang="en-US" sz="2800" kern="1200" baseline="0" dirty="0">
                <a:solidFill>
                  <a:schemeClr val="bg1"/>
                </a:solidFill>
                <a:latin typeface="VistaSansBoldItalic"/>
                <a:ea typeface="+mj-ea"/>
                <a:cs typeface="VistaSansBoldItalic"/>
              </a:defRPr>
            </a:lvl1pPr>
          </a:lstStyle>
          <a:p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Presentation Title in English (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escolha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esta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capa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ou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 a anterior, e delete o slide 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não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istaSansBoldItalic"/>
                <a:cs typeface="VistaSansBoldItalic"/>
              </a:rPr>
              <a:t>escolhido</a:t>
            </a:r>
            <a:r>
              <a:rPr lang="en-US" sz="2800" dirty="0" smtClean="0">
                <a:solidFill>
                  <a:schemeClr val="bg1"/>
                </a:solidFill>
                <a:latin typeface="VistaSansBoldItalic"/>
                <a:cs typeface="VistaSansBoldItalic"/>
              </a:rPr>
              <a:t>)</a:t>
            </a:r>
            <a:endParaRPr lang="en-US" sz="2800" dirty="0">
              <a:solidFill>
                <a:schemeClr val="bg1"/>
              </a:solidFill>
              <a:latin typeface="VistaSansBoldItalic"/>
              <a:cs typeface="VistaSansBoldItalic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7000" y="4001861"/>
            <a:ext cx="7470000" cy="7245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spcAft>
                <a:spcPts val="600"/>
              </a:spcAft>
              <a:buNone/>
              <a:defRPr lang="en-US" sz="2000" kern="1200" baseline="0" dirty="0">
                <a:solidFill>
                  <a:schemeClr val="bg1"/>
                </a:solidFill>
                <a:latin typeface="VistaSansSCBook"/>
                <a:ea typeface="+mn-ea"/>
                <a:cs typeface="VistaSansSC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Primeiro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Autor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, Segundo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Autor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Terceiro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Autor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da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 Silva, Quarto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Autor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Quinto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Autor</a:t>
            </a:r>
            <a:r>
              <a:rPr lang="en-US" sz="2000" dirty="0" smtClean="0">
                <a:solidFill>
                  <a:schemeClr val="bg1"/>
                </a:solidFill>
                <a:latin typeface="VistaSansSCBook"/>
                <a:cs typeface="VistaSansSCBook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VistaSansSCBook"/>
                <a:cs typeface="VistaSansSCBook"/>
              </a:rPr>
              <a:t>Fulano</a:t>
            </a:r>
            <a:endParaRPr lang="en-US" sz="2000" dirty="0" smtClean="0">
              <a:solidFill>
                <a:schemeClr val="bg1"/>
              </a:solidFill>
              <a:latin typeface="VistaSansSCBook"/>
              <a:cs typeface="VistaSansSCBook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05200" y="6238875"/>
            <a:ext cx="2133600" cy="365125"/>
          </a:xfr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lang="en-US" sz="1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VistaSansLightItalic"/>
                <a:ea typeface="+mn-ea"/>
                <a:cs typeface="VistaSansLightItalic"/>
              </a:defRPr>
            </a:lvl1pPr>
          </a:lstStyle>
          <a:p>
            <a:fld id="{8A234166-FA27-E744-AC2C-1EE5FF836491}" type="datetime1">
              <a:rPr lang="en-US" smtClean="0"/>
              <a:t>12/11/13</a:t>
            </a:fld>
            <a:endParaRPr lang="en-GB" dirty="0"/>
          </a:p>
        </p:txBody>
      </p:sp>
      <p:pic>
        <p:nvPicPr>
          <p:cNvPr id="14" name="Picture 14"/>
          <p:cNvPicPr>
            <a:picLocks noChangeAspect="1"/>
          </p:cNvPicPr>
          <p:nvPr userDrawn="1"/>
        </p:nvPicPr>
        <p:blipFill>
          <a:blip r:embed="rId2">
            <a:alphaModFix amt="88000"/>
          </a:blip>
          <a:stretch>
            <a:fillRect/>
          </a:stretch>
        </p:blipFill>
        <p:spPr>
          <a:xfrm>
            <a:off x="1996850" y="242994"/>
            <a:ext cx="535369" cy="1074043"/>
          </a:xfrm>
          <a:prstGeom prst="rect">
            <a:avLst/>
          </a:prstGeom>
        </p:spPr>
      </p:pic>
      <p:pic>
        <p:nvPicPr>
          <p:cNvPr id="15" name="Picture 16" descr="logo-cin-black.png"/>
          <p:cNvPicPr>
            <a:picLocks noChangeAspect="1"/>
          </p:cNvPicPr>
          <p:nvPr userDrawn="1"/>
        </p:nvPicPr>
        <p:blipFill>
          <a:blip r:embed="rId3">
            <a:alphaModFix amt="7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620" y="419563"/>
            <a:ext cx="797021" cy="797021"/>
          </a:xfrm>
          <a:prstGeom prst="rect">
            <a:avLst/>
          </a:prstGeom>
        </p:spPr>
      </p:pic>
      <p:cxnSp>
        <p:nvCxnSpPr>
          <p:cNvPr id="17" name="Straight Connector 25"/>
          <p:cNvCxnSpPr/>
          <p:nvPr userDrawn="1"/>
        </p:nvCxnSpPr>
        <p:spPr>
          <a:xfrm flipV="1">
            <a:off x="4064942" y="261809"/>
            <a:ext cx="0" cy="1011217"/>
          </a:xfrm>
          <a:prstGeom prst="line">
            <a:avLst/>
          </a:prstGeom>
          <a:ln w="9525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spaço Reservado para Texto 27"/>
          <p:cNvSpPr>
            <a:spLocks noGrp="1"/>
          </p:cNvSpPr>
          <p:nvPr>
            <p:ph type="body" sz="quarter" idx="11" hasCustomPrompt="1"/>
          </p:nvPr>
        </p:nvSpPr>
        <p:spPr>
          <a:xfrm>
            <a:off x="837000" y="4725988"/>
            <a:ext cx="7470775" cy="8112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pt-BR" sz="1800" kern="1200" baseline="0" noProof="0" dirty="0" smtClean="0">
                <a:solidFill>
                  <a:schemeClr val="bg1"/>
                </a:solidFill>
                <a:latin typeface="VistaSansRegItalic"/>
                <a:ea typeface="+mn-ea"/>
                <a:cs typeface="VistaSansRegItalic"/>
              </a:defRPr>
            </a:lvl1pPr>
          </a:lstStyle>
          <a:p>
            <a:pPr marL="0" indent="0" algn="ctr">
              <a:buNone/>
            </a:pPr>
            <a:r>
              <a:rPr lang="en-US" sz="1800" dirty="0" smtClean="0">
                <a:solidFill>
                  <a:schemeClr val="bg1"/>
                </a:solidFill>
                <a:latin typeface="VistaSansRegItalic"/>
                <a:cs typeface="VistaSansRegItalic"/>
              </a:rPr>
              <a:t>{autor1; autor2; autor3; autor4; autor5}@</a:t>
            </a:r>
            <a:r>
              <a:rPr lang="en-US" sz="1800" dirty="0" err="1" smtClean="0">
                <a:solidFill>
                  <a:schemeClr val="bg1"/>
                </a:solidFill>
                <a:latin typeface="VistaSansRegItalic"/>
                <a:cs typeface="VistaSansRegItalic"/>
              </a:rPr>
              <a:t>gprt.ufpe.br</a:t>
            </a:r>
            <a:endParaRPr lang="en-US" sz="1800" dirty="0">
              <a:solidFill>
                <a:schemeClr val="bg1"/>
              </a:solidFill>
              <a:latin typeface="VistaSansRegItalic"/>
              <a:cs typeface="VistaSansRegItalic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4568550" y="274744"/>
            <a:ext cx="2408281" cy="105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2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8"/>
          <p:cNvSpPr/>
          <p:nvPr userDrawn="1"/>
        </p:nvSpPr>
        <p:spPr>
          <a:xfrm>
            <a:off x="0" y="1"/>
            <a:ext cx="9143999" cy="6858000"/>
          </a:xfrm>
          <a:prstGeom prst="rect">
            <a:avLst/>
          </a:prstGeom>
          <a:gradFill flip="none" rotWithShape="1">
            <a:gsLst>
              <a:gs pos="36000">
                <a:srgbClr val="111F87"/>
              </a:gs>
              <a:gs pos="0">
                <a:srgbClr val="28529B"/>
              </a:gs>
              <a:gs pos="100000">
                <a:srgbClr val="15195B"/>
              </a:gs>
            </a:gsLst>
            <a:lin ang="5400000" scaled="0"/>
            <a:tileRect/>
          </a:gra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0" name="Picture 19" descr="fundo azul template ppt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0" t="65805" r="17530"/>
          <a:stretch/>
        </p:blipFill>
        <p:spPr>
          <a:xfrm>
            <a:off x="0" y="-1"/>
            <a:ext cx="9143999" cy="370946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-197556" y="2543776"/>
            <a:ext cx="9548519" cy="1848556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2991558"/>
            <a:ext cx="7772400" cy="903112"/>
          </a:xfrm>
        </p:spPr>
        <p:txBody>
          <a:bodyPr anchor="t">
            <a:normAutofit/>
          </a:bodyPr>
          <a:lstStyle>
            <a:lvl1pPr marL="0" algn="ctr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ea typeface="+mj-ea"/>
                <a:cs typeface="VistaSansSCBold"/>
              </a:defRPr>
            </a:lvl1pPr>
          </a:lstStyle>
          <a:p>
            <a:r>
              <a:rPr lang="x-none" dirty="0" smtClean="0"/>
              <a:t>Slide de Destaque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21079" y="4609633"/>
            <a:ext cx="6361291" cy="14205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  <a:defRPr lang="x-none" sz="2400" kern="1200" dirty="0" smtClean="0">
                <a:solidFill>
                  <a:schemeClr val="bg1"/>
                </a:solidFill>
                <a:latin typeface="VistaSansBook"/>
                <a:ea typeface="+mn-ea"/>
                <a:cs typeface="VistaSansBook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(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numa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apresentação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maior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, serve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para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marcar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o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início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de um novo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capítulo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ou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ressaltar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os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resultados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obtidos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).  </a:t>
            </a: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rgbClr val="7B8EB4"/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8353778" y="6102944"/>
            <a:ext cx="793856" cy="79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66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ví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x-none" dirty="0" smtClean="0"/>
              <a:t>Slide de Vídeo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744C-DD5D-2443-A964-8F22E8C09EFF}" type="datetime1">
              <a:rPr lang="en-US" smtClean="0"/>
              <a:t>12/11/13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1968175" y="852796"/>
            <a:ext cx="52076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edia Placeholder 7"/>
          <p:cNvSpPr>
            <a:spLocks noGrp="1"/>
          </p:cNvSpPr>
          <p:nvPr>
            <p:ph type="media" sz="quarter" idx="13" hasCustomPrompt="1"/>
          </p:nvPr>
        </p:nvSpPr>
        <p:spPr>
          <a:xfrm>
            <a:off x="50800" y="1036002"/>
            <a:ext cx="9042400" cy="4866957"/>
          </a:xfrm>
          <a:prstGeom prst="rect">
            <a:avLst/>
          </a:prstGeom>
          <a:ln w="88900" cap="sq">
            <a:solidFill>
              <a:schemeClr val="tx1">
                <a:lumMod val="75000"/>
                <a:lumOff val="25000"/>
              </a:schemeClr>
            </a:solidFill>
            <a:miter lim="800000"/>
          </a:ln>
          <a:effectLst>
            <a:outerShdw blurRad="38100" dist="12700" dir="2700000" algn="tl" rotWithShape="0">
              <a:srgbClr val="000000">
                <a:alpha val="78000"/>
              </a:srgbClr>
            </a:outerShdw>
          </a:effectLst>
        </p:spPr>
        <p:txBody>
          <a:bodyPr>
            <a:normAutofit/>
          </a:bodyPr>
          <a:lstStyle>
            <a:lvl1pPr marL="0" marR="0" indent="0" algn="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FF8829"/>
              </a:buClr>
              <a:buSzPct val="100000"/>
              <a:buFont typeface="Lucida Grande"/>
              <a:buNone/>
              <a:tabLst/>
              <a:defRPr lang="en-US" sz="2400" kern="1200" dirty="0">
                <a:solidFill>
                  <a:schemeClr val="bg1"/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Clique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aqui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para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adicionar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um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vídeo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. </a:t>
            </a:r>
          </a:p>
          <a:p>
            <a: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Se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possível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, o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vídeo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deve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chegar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até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os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limites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laterais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do slide. Mas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é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importante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que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não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fique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por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cima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do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título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nem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da </a:t>
            </a:r>
            <a:r>
              <a:rPr lang="en-US" sz="2400" dirty="0" err="1" smtClean="0">
                <a:solidFill>
                  <a:schemeClr val="bg1"/>
                </a:solidFill>
                <a:latin typeface="VistaSansBook"/>
                <a:cs typeface="VistaSansBook"/>
              </a:rPr>
              <a:t>numeração</a:t>
            </a:r>
            <a:r>
              <a:rPr lang="en-US" sz="2400" dirty="0" smtClean="0">
                <a:solidFill>
                  <a:schemeClr val="bg1"/>
                </a:solidFill>
                <a:latin typeface="VistaSansBook"/>
                <a:cs typeface="VistaSansBook"/>
              </a:rPr>
              <a:t> do slide. </a:t>
            </a:r>
          </a:p>
          <a:p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alphaModFix amt="31000"/>
          </a:blip>
          <a:stretch>
            <a:fillRect/>
          </a:stretch>
        </p:blipFill>
        <p:spPr>
          <a:xfrm>
            <a:off x="8353778" y="6092361"/>
            <a:ext cx="793856" cy="793856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588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Slide com 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texto</a:t>
            </a:r>
            <a:endParaRPr lang="en-US" sz="4000" dirty="0">
              <a:solidFill>
                <a:srgbClr val="595959"/>
              </a:solidFill>
              <a:effectLst>
                <a:outerShdw blurRad="38100" dist="25400" dir="5400000" algn="t" rotWithShape="0">
                  <a:prstClr val="black">
                    <a:alpha val="20000"/>
                  </a:prstClr>
                </a:outerShdw>
              </a:effectLst>
              <a:latin typeface="VistaSansSCBold"/>
              <a:cs typeface="VistaSansSCBold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04E3-BFAF-F341-9A2F-3D44D025B767}" type="datetime1">
              <a:rPr lang="en-US" smtClean="0"/>
              <a:t>12/11/13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0" name="Straight Connector 10"/>
          <p:cNvCxnSpPr/>
          <p:nvPr userDrawn="1"/>
        </p:nvCxnSpPr>
        <p:spPr>
          <a:xfrm flipH="1">
            <a:off x="1968175" y="852796"/>
            <a:ext cx="52076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205345" y="1111827"/>
            <a:ext cx="7091484" cy="50594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Aft>
                <a:spcPts val="600"/>
              </a:spcAft>
              <a:buNone/>
              <a:defRPr lang="pt-BR" sz="2400" kern="1200" dirty="0" smtClean="0">
                <a:solidFill>
                  <a:srgbClr val="595959"/>
                </a:solidFill>
                <a:latin typeface="+mn-lt"/>
                <a:ea typeface="+mn-ea"/>
                <a:cs typeface="VistaSansBook"/>
              </a:defRPr>
            </a:lvl1pPr>
          </a:lstStyle>
          <a:p>
            <a:pPr lvl="0"/>
            <a:r>
              <a:rPr lang="pt-BR" dirty="0" smtClean="0"/>
              <a:t>Se o texto for uma frase, não use </a:t>
            </a:r>
            <a:r>
              <a:rPr lang="pt-BR" dirty="0" err="1" smtClean="0"/>
              <a:t>bullet</a:t>
            </a:r>
            <a:r>
              <a:rPr lang="pt-BR" dirty="0" smtClean="0"/>
              <a:t> </a:t>
            </a:r>
            <a:r>
              <a:rPr lang="pt-BR" dirty="0" err="1" smtClean="0"/>
              <a:t>points</a:t>
            </a:r>
            <a:r>
              <a:rPr lang="pt-BR" dirty="0" smtClean="0"/>
              <a:t>.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8353778" y="6092361"/>
            <a:ext cx="793856" cy="7938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co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Slide com 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texto</a:t>
            </a:r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 (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citação</a:t>
            </a:r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)</a:t>
            </a:r>
            <a:endParaRPr lang="en-US" sz="4000" dirty="0">
              <a:solidFill>
                <a:srgbClr val="595959"/>
              </a:solidFill>
              <a:effectLst>
                <a:outerShdw blurRad="38100" dist="25400" dir="5400000" algn="t" rotWithShape="0">
                  <a:prstClr val="black">
                    <a:alpha val="20000"/>
                  </a:prstClr>
                </a:outerShdw>
              </a:effectLst>
              <a:latin typeface="VistaSansSCBold"/>
              <a:cs typeface="VistaSansSCBold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B52F-6036-A049-B149-BC5C9D69EB42}" type="datetime1">
              <a:rPr lang="en-US" smtClean="0"/>
              <a:t>12/11/13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0" name="Straight Connector 10"/>
          <p:cNvCxnSpPr/>
          <p:nvPr userDrawn="1"/>
        </p:nvCxnSpPr>
        <p:spPr>
          <a:xfrm flipH="1">
            <a:off x="1968175" y="852796"/>
            <a:ext cx="52076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968175" y="1995303"/>
            <a:ext cx="5207650" cy="21528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  <a:defRPr lang="pt-BR" sz="2400" kern="1200" dirty="0" err="1" smtClean="0">
                <a:solidFill>
                  <a:srgbClr val="595959"/>
                </a:solidFill>
                <a:latin typeface="VistaSansRegItalic"/>
                <a:ea typeface="+mn-ea"/>
                <a:cs typeface="VistaSansRegItalic"/>
              </a:defRPr>
            </a:lvl1pPr>
          </a:lstStyle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“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Citações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devem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ser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aplicadas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em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itálico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.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Não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esqueça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de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colocar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a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referência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RegItalic"/>
                <a:cs typeface="VistaSansRegItalic"/>
              </a:rPr>
              <a:t>embaixo</a:t>
            </a:r>
            <a:r>
              <a:rPr lang="en-US" sz="2400" dirty="0" smtClean="0">
                <a:solidFill>
                  <a:srgbClr val="595959"/>
                </a:solidFill>
                <a:latin typeface="VistaSansRegItalic"/>
                <a:cs typeface="VistaSansRegItalic"/>
              </a:rPr>
              <a:t>.”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1968175" y="4148170"/>
            <a:ext cx="5207650" cy="4114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 defTabSz="4572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  <a:defRPr lang="x-none" sz="2000" kern="1200" baseline="0" dirty="0" smtClean="0">
                <a:solidFill>
                  <a:schemeClr val="bg1">
                    <a:lumMod val="75000"/>
                  </a:schemeClr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 lvl="0"/>
            <a:r>
              <a:rPr lang="x-none" dirty="0" smtClean="0"/>
              <a:t>(Fulano de tal, 2005)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8353778" y="6092361"/>
            <a:ext cx="793856" cy="79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79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m li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x-none" dirty="0" smtClean="0"/>
              <a:t>Slide com Lista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FE28-33D9-5248-AC8C-F5C9315D1DAB}" type="datetime1">
              <a:rPr lang="en-US" smtClean="0"/>
              <a:t>12/11/13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8" name="Straight Connector 10"/>
          <p:cNvCxnSpPr/>
          <p:nvPr userDrawn="1"/>
        </p:nvCxnSpPr>
        <p:spPr>
          <a:xfrm flipH="1">
            <a:off x="1968175" y="852796"/>
            <a:ext cx="52076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1205345" y="1101436"/>
            <a:ext cx="7091485" cy="5069827"/>
          </a:xfrm>
          <a:prstGeom prst="rect">
            <a:avLst/>
          </a:prstGeom>
        </p:spPr>
        <p:txBody>
          <a:bodyPr/>
          <a:lstStyle>
            <a:lvl1pPr>
              <a:buClr>
                <a:srgbClr val="29499B"/>
              </a:buClr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-274320">
              <a:buFont typeface="Lucida Grande"/>
              <a:buChar char="⇾"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05840" indent="0">
              <a:spcBef>
                <a:spcPts val="500"/>
              </a:spcBef>
              <a:buFont typeface="Lucida Grande"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463040" indent="-182880">
              <a:spcBef>
                <a:spcPts val="400"/>
              </a:spcBef>
              <a:buFont typeface="Arial"/>
              <a:buChar char="▹"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x-none" dirty="0" smtClean="0"/>
              <a:t>Lista nível 1</a:t>
            </a:r>
          </a:p>
          <a:p>
            <a:pPr lvl="1"/>
            <a:r>
              <a:rPr lang="en-US" dirty="0" smtClean="0"/>
              <a:t>L</a:t>
            </a:r>
            <a:r>
              <a:rPr lang="x-none" dirty="0" smtClean="0"/>
              <a:t>ista nível 2</a:t>
            </a:r>
          </a:p>
          <a:p>
            <a:pPr lvl="2"/>
            <a:r>
              <a:rPr lang="en-US" dirty="0" smtClean="0"/>
              <a:t>L</a:t>
            </a:r>
            <a:r>
              <a:rPr lang="x-none" dirty="0" smtClean="0"/>
              <a:t>ista nível 3</a:t>
            </a:r>
          </a:p>
          <a:p>
            <a:pPr lvl="3"/>
            <a:r>
              <a:rPr lang="en-US" dirty="0" smtClean="0"/>
              <a:t>L</a:t>
            </a:r>
            <a:r>
              <a:rPr lang="x-none" dirty="0" smtClean="0"/>
              <a:t>ista nível 4</a:t>
            </a:r>
          </a:p>
          <a:p>
            <a:pPr lvl="4"/>
            <a:r>
              <a:rPr lang="en-US" dirty="0" smtClean="0"/>
              <a:t>L</a:t>
            </a:r>
            <a:r>
              <a:rPr lang="x-none" dirty="0" smtClean="0"/>
              <a:t>ista nível 5</a:t>
            </a:r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0"/>
            <a:r>
              <a:rPr lang="en-US" dirty="0" err="1" smtClean="0"/>
              <a:t>Tente</a:t>
            </a:r>
            <a:r>
              <a:rPr lang="en-US" dirty="0" smtClean="0"/>
              <a:t> </a:t>
            </a:r>
            <a:r>
              <a:rPr lang="en-US" dirty="0" err="1" smtClean="0"/>
              <a:t>manter</a:t>
            </a:r>
            <a:r>
              <a:rPr lang="en-US" dirty="0" smtClean="0"/>
              <a:t> </a:t>
            </a:r>
            <a:r>
              <a:rPr lang="en-US" dirty="0" err="1" smtClean="0"/>
              <a:t>apenas</a:t>
            </a:r>
            <a:r>
              <a:rPr lang="en-US" dirty="0" smtClean="0"/>
              <a:t> 2 </a:t>
            </a:r>
            <a:r>
              <a:rPr lang="en-US" dirty="0" err="1" smtClean="0"/>
              <a:t>níveis</a:t>
            </a:r>
            <a:r>
              <a:rPr lang="en-US" dirty="0" smtClean="0"/>
              <a:t> de bullet points (no </a:t>
            </a:r>
            <a:r>
              <a:rPr lang="en-US" dirty="0" err="1" smtClean="0"/>
              <a:t>máximo</a:t>
            </a:r>
            <a:r>
              <a:rPr lang="en-US" dirty="0" smtClean="0"/>
              <a:t> 3)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8353778" y="6092361"/>
            <a:ext cx="793856" cy="79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6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m Lista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Slide com 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lista</a:t>
            </a:r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 e 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imagem</a:t>
            </a:r>
            <a:endParaRPr lang="en-US" sz="4000" dirty="0">
              <a:solidFill>
                <a:srgbClr val="595959"/>
              </a:solidFill>
              <a:effectLst>
                <a:outerShdw blurRad="38100" dist="25400" dir="5400000" algn="t" rotWithShape="0">
                  <a:prstClr val="black">
                    <a:alpha val="20000"/>
                  </a:prstClr>
                </a:outerShdw>
              </a:effectLst>
              <a:latin typeface="VistaSansSCBold"/>
              <a:cs typeface="VistaSansSCBold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E3F9-2DB2-6C4E-95DA-31A2F3DC2496}" type="datetime1">
              <a:rPr lang="en-US" smtClean="0"/>
              <a:t>12/11/13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12" name="Straight Connector 10"/>
          <p:cNvCxnSpPr/>
          <p:nvPr userDrawn="1"/>
        </p:nvCxnSpPr>
        <p:spPr>
          <a:xfrm flipH="1">
            <a:off x="1968175" y="852796"/>
            <a:ext cx="52076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Imagem 8"/>
          <p:cNvSpPr>
            <a:spLocks noGrp="1"/>
          </p:cNvSpPr>
          <p:nvPr>
            <p:ph type="pic" sz="quarter" idx="13" hasCustomPrompt="1"/>
          </p:nvPr>
        </p:nvSpPr>
        <p:spPr>
          <a:xfrm>
            <a:off x="1371600" y="1477963"/>
            <a:ext cx="3439641" cy="4376737"/>
          </a:xfrm>
          <a:prstGeom prst="rect">
            <a:avLst/>
          </a:prstGeom>
          <a:ln w="88900" cap="sq">
            <a:solidFill>
              <a:schemeClr val="bg1"/>
            </a:solidFill>
            <a:miter lim="800000"/>
          </a:ln>
          <a:effectLst>
            <a:outerShdw blurRad="38100" dist="12700" dir="3300000" algn="t" rotWithShape="0">
              <a:prstClr val="black">
                <a:alpha val="30000"/>
              </a:prstClr>
            </a:outerShdw>
          </a:effectLst>
        </p:spPr>
        <p:txBody>
          <a:bodyPr/>
          <a:lstStyle>
            <a:lvl1pPr marL="0" indent="0" algn="l">
              <a:buFontTx/>
              <a:buNone/>
              <a:defRPr lang="en-GB" sz="2400" kern="1200" baseline="0" dirty="0">
                <a:solidFill>
                  <a:srgbClr val="595959"/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 marL="274320" marR="0" lvl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</a:pPr>
            <a:r>
              <a:rPr lang="en-GB" dirty="0" smtClean="0"/>
              <a:t>Clique </a:t>
            </a:r>
            <a:r>
              <a:rPr lang="en-GB" dirty="0" err="1" smtClean="0"/>
              <a:t>aqui</a:t>
            </a:r>
            <a:r>
              <a:rPr lang="en-GB" dirty="0" smtClean="0"/>
              <a:t> </a:t>
            </a:r>
            <a:r>
              <a:rPr lang="en-GB" dirty="0" err="1" smtClean="0"/>
              <a:t>para</a:t>
            </a:r>
            <a:r>
              <a:rPr lang="en-GB" dirty="0" smtClean="0"/>
              <a:t> </a:t>
            </a:r>
            <a:r>
              <a:rPr lang="en-GB" dirty="0" err="1" smtClean="0"/>
              <a:t>adicionar</a:t>
            </a:r>
            <a:r>
              <a:rPr lang="en-GB" dirty="0" smtClean="0"/>
              <a:t> </a:t>
            </a:r>
            <a:r>
              <a:rPr lang="en-GB" dirty="0" err="1" smtClean="0"/>
              <a:t>uma</a:t>
            </a:r>
            <a:r>
              <a:rPr lang="en-GB" dirty="0" smtClean="0"/>
              <a:t> </a:t>
            </a:r>
            <a:r>
              <a:rPr lang="en-GB" dirty="0" err="1" smtClean="0"/>
              <a:t>imagem</a:t>
            </a:r>
            <a:r>
              <a:rPr lang="en-GB" dirty="0" smtClean="0"/>
              <a:t>, </a:t>
            </a:r>
            <a:r>
              <a:rPr lang="en-GB" dirty="0" err="1" smtClean="0"/>
              <a:t>ou</a:t>
            </a:r>
            <a:r>
              <a:rPr lang="en-GB" dirty="0" smtClean="0"/>
              <a:t> </a:t>
            </a:r>
            <a:r>
              <a:rPr lang="en-GB" dirty="0" err="1" smtClean="0"/>
              <a:t>arraste</a:t>
            </a:r>
            <a:r>
              <a:rPr lang="en-GB" dirty="0" smtClean="0"/>
              <a:t> a </a:t>
            </a:r>
            <a:r>
              <a:rPr lang="en-GB" dirty="0" err="1" smtClean="0"/>
              <a:t>imagem</a:t>
            </a:r>
            <a:r>
              <a:rPr lang="en-GB" dirty="0" smtClean="0"/>
              <a:t> </a:t>
            </a:r>
            <a:r>
              <a:rPr lang="en-GB" dirty="0" err="1" smtClean="0"/>
              <a:t>para</a:t>
            </a:r>
            <a:r>
              <a:rPr lang="en-GB" dirty="0" smtClean="0"/>
              <a:t> </a:t>
            </a:r>
            <a:r>
              <a:rPr lang="en-GB" dirty="0" err="1" smtClean="0"/>
              <a:t>dentro</a:t>
            </a:r>
            <a:r>
              <a:rPr lang="en-GB" dirty="0" smtClean="0"/>
              <a:t> da </a:t>
            </a:r>
            <a:r>
              <a:rPr lang="en-GB" dirty="0" err="1" smtClean="0"/>
              <a:t>caixa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9043" y="1477963"/>
            <a:ext cx="3271837" cy="4376737"/>
          </a:xfrm>
          <a:prstGeom prst="rect">
            <a:avLst/>
          </a:prstGeom>
        </p:spPr>
        <p:txBody>
          <a:bodyPr/>
          <a:lstStyle>
            <a:lvl1pPr>
              <a:buClr>
                <a:srgbClr val="29499B"/>
              </a:buClr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-274320">
              <a:buFont typeface="Lucida Grande"/>
              <a:buChar char="⇾"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005840" indent="0">
              <a:spcBef>
                <a:spcPts val="500"/>
              </a:spcBef>
              <a:buFont typeface="Lucida Grande"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463040" indent="-182880">
              <a:spcBef>
                <a:spcPts val="400"/>
              </a:spcBef>
              <a:buFont typeface="Arial"/>
              <a:buChar char="▹"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x-none" dirty="0" smtClean="0"/>
              <a:t>Lista nível 1</a:t>
            </a:r>
          </a:p>
          <a:p>
            <a:pPr lvl="1"/>
            <a:r>
              <a:rPr lang="en-US" dirty="0" smtClean="0"/>
              <a:t>L</a:t>
            </a:r>
            <a:r>
              <a:rPr lang="x-none" dirty="0" smtClean="0"/>
              <a:t>ista nível 2</a:t>
            </a:r>
          </a:p>
          <a:p>
            <a:pPr lvl="2"/>
            <a:r>
              <a:rPr lang="en-US" dirty="0" smtClean="0"/>
              <a:t>L</a:t>
            </a:r>
            <a:r>
              <a:rPr lang="x-none" dirty="0" smtClean="0"/>
              <a:t>ista nível 3</a:t>
            </a:r>
          </a:p>
          <a:p>
            <a:pPr lvl="3"/>
            <a:r>
              <a:rPr lang="en-US" dirty="0" smtClean="0"/>
              <a:t>L</a:t>
            </a:r>
            <a:r>
              <a:rPr lang="x-none" dirty="0" smtClean="0"/>
              <a:t>ista nível 4</a:t>
            </a:r>
          </a:p>
          <a:p>
            <a:pPr lvl="4"/>
            <a:r>
              <a:rPr lang="en-US" dirty="0" smtClean="0"/>
              <a:t>L</a:t>
            </a:r>
            <a:r>
              <a:rPr lang="x-none" dirty="0" smtClean="0"/>
              <a:t>ista nível 5</a:t>
            </a:r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0"/>
            <a:r>
              <a:rPr lang="en-US" dirty="0" err="1" smtClean="0"/>
              <a:t>Tente</a:t>
            </a:r>
            <a:r>
              <a:rPr lang="en-US" dirty="0" smtClean="0"/>
              <a:t> </a:t>
            </a:r>
            <a:r>
              <a:rPr lang="en-US" dirty="0" err="1" smtClean="0"/>
              <a:t>manter</a:t>
            </a:r>
            <a:r>
              <a:rPr lang="en-US" dirty="0" smtClean="0"/>
              <a:t> </a:t>
            </a:r>
            <a:r>
              <a:rPr lang="en-US" dirty="0" err="1" smtClean="0"/>
              <a:t>apenas</a:t>
            </a:r>
            <a:r>
              <a:rPr lang="en-US" dirty="0" smtClean="0"/>
              <a:t> 2 </a:t>
            </a:r>
            <a:r>
              <a:rPr lang="en-US" dirty="0" err="1" smtClean="0"/>
              <a:t>níveis</a:t>
            </a:r>
            <a:r>
              <a:rPr lang="en-US" dirty="0" smtClean="0"/>
              <a:t> de bullet points (no </a:t>
            </a:r>
            <a:r>
              <a:rPr lang="en-US" dirty="0" err="1" smtClean="0"/>
              <a:t>máximo</a:t>
            </a:r>
            <a:r>
              <a:rPr lang="en-US" dirty="0" smtClean="0"/>
              <a:t> 3)</a:t>
            </a:r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8353778" y="6092361"/>
            <a:ext cx="793856" cy="7938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m Image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Slide com 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imagem</a:t>
            </a:r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 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grande</a:t>
            </a:r>
            <a:endParaRPr lang="en-US" sz="4000" dirty="0">
              <a:solidFill>
                <a:srgbClr val="595959"/>
              </a:solidFill>
              <a:effectLst>
                <a:outerShdw blurRad="38100" dist="25400" dir="5400000" algn="t" rotWithShape="0">
                  <a:prstClr val="black">
                    <a:alpha val="20000"/>
                  </a:prstClr>
                </a:outerShdw>
              </a:effectLst>
              <a:latin typeface="VistaSansSCBold"/>
              <a:cs typeface="VistaSansSCBold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0E6E9-779D-A546-A394-584FAABB8DD3}" type="datetime1">
              <a:rPr lang="en-US" smtClean="0"/>
              <a:t>12/11/13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8" name="Straight Connector 10"/>
          <p:cNvCxnSpPr/>
          <p:nvPr userDrawn="1"/>
        </p:nvCxnSpPr>
        <p:spPr>
          <a:xfrm flipH="1">
            <a:off x="1968175" y="852796"/>
            <a:ext cx="52076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76375" y="5866592"/>
            <a:ext cx="6191250" cy="8001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lang="pt-BR" sz="2400" kern="1200" dirty="0" smtClean="0">
                <a:solidFill>
                  <a:srgbClr val="595959"/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 lvl="0"/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Mantenha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imagem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e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texto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centralizados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.</a:t>
            </a:r>
            <a:endParaRPr lang="pt-BR" dirty="0" smtClean="0"/>
          </a:p>
        </p:txBody>
      </p:sp>
      <p:sp>
        <p:nvSpPr>
          <p:cNvPr id="9" name="Espaço Reservado para Imagem 8"/>
          <p:cNvSpPr>
            <a:spLocks noGrp="1"/>
          </p:cNvSpPr>
          <p:nvPr>
            <p:ph type="pic" sz="quarter" idx="13" hasCustomPrompt="1"/>
          </p:nvPr>
        </p:nvSpPr>
        <p:spPr>
          <a:xfrm>
            <a:off x="394641" y="1069165"/>
            <a:ext cx="8373600" cy="4712764"/>
          </a:xfrm>
          <a:prstGeom prst="rect">
            <a:avLst/>
          </a:prstGeom>
          <a:ln w="88900" cap="sq">
            <a:solidFill>
              <a:schemeClr val="bg1"/>
            </a:solidFill>
            <a:miter lim="800000"/>
          </a:ln>
          <a:effectLst>
            <a:outerShdw blurRad="38100" dist="12700" dir="3300000" algn="t" rotWithShape="0">
              <a:prstClr val="black">
                <a:alpha val="30000"/>
              </a:prstClr>
            </a:outerShdw>
          </a:effectLst>
        </p:spPr>
        <p:txBody>
          <a:bodyPr/>
          <a:lstStyle>
            <a:lvl1pPr marL="274320" marR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  <a:defRPr lang="en-GB" sz="2400" kern="1200" baseline="0" dirty="0">
                <a:solidFill>
                  <a:srgbClr val="595959"/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 marL="274320" marR="0" lvl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</a:pPr>
            <a:r>
              <a:rPr lang="en-GB" dirty="0" smtClean="0"/>
              <a:t>Clique </a:t>
            </a:r>
            <a:r>
              <a:rPr lang="en-GB" dirty="0" err="1" smtClean="0"/>
              <a:t>aqui</a:t>
            </a:r>
            <a:r>
              <a:rPr lang="en-GB" dirty="0" smtClean="0"/>
              <a:t> </a:t>
            </a:r>
            <a:r>
              <a:rPr lang="en-GB" dirty="0" err="1" smtClean="0"/>
              <a:t>para</a:t>
            </a:r>
            <a:r>
              <a:rPr lang="en-GB" dirty="0" smtClean="0"/>
              <a:t> </a:t>
            </a:r>
            <a:r>
              <a:rPr lang="en-GB" dirty="0" err="1" smtClean="0"/>
              <a:t>adicionar</a:t>
            </a:r>
            <a:r>
              <a:rPr lang="en-GB" dirty="0" smtClean="0"/>
              <a:t> </a:t>
            </a:r>
            <a:r>
              <a:rPr lang="en-GB" dirty="0" err="1" smtClean="0"/>
              <a:t>uma</a:t>
            </a:r>
            <a:r>
              <a:rPr lang="en-GB" dirty="0" smtClean="0"/>
              <a:t> </a:t>
            </a:r>
            <a:r>
              <a:rPr lang="en-GB" dirty="0" err="1" smtClean="0"/>
              <a:t>imagem</a:t>
            </a:r>
            <a:r>
              <a:rPr lang="en-GB" dirty="0" smtClean="0"/>
              <a:t>, </a:t>
            </a:r>
            <a:r>
              <a:rPr lang="en-GB" dirty="0" err="1" smtClean="0"/>
              <a:t>ou</a:t>
            </a:r>
            <a:r>
              <a:rPr lang="en-GB" dirty="0" smtClean="0"/>
              <a:t> </a:t>
            </a:r>
            <a:r>
              <a:rPr lang="en-GB" dirty="0" err="1" smtClean="0"/>
              <a:t>arraste</a:t>
            </a:r>
            <a:r>
              <a:rPr lang="en-GB" dirty="0" smtClean="0"/>
              <a:t> a </a:t>
            </a:r>
            <a:r>
              <a:rPr lang="en-GB" dirty="0" err="1" smtClean="0"/>
              <a:t>imagem</a:t>
            </a:r>
            <a:r>
              <a:rPr lang="en-GB" dirty="0" smtClean="0"/>
              <a:t> </a:t>
            </a:r>
            <a:r>
              <a:rPr lang="en-GB" dirty="0" err="1" smtClean="0"/>
              <a:t>para</a:t>
            </a:r>
            <a:r>
              <a:rPr lang="en-GB" dirty="0" smtClean="0"/>
              <a:t> </a:t>
            </a:r>
            <a:r>
              <a:rPr lang="en-GB" dirty="0" err="1" smtClean="0"/>
              <a:t>dentro</a:t>
            </a:r>
            <a:r>
              <a:rPr lang="en-GB" dirty="0" smtClean="0"/>
              <a:t> da </a:t>
            </a:r>
            <a:r>
              <a:rPr lang="en-GB" dirty="0" err="1" smtClean="0"/>
              <a:t>caixa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8353778" y="6092361"/>
            <a:ext cx="793856" cy="7938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m texto e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Slide com 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texto</a:t>
            </a:r>
            <a:r>
              <a:rPr lang="en-US" sz="4000" dirty="0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 e </a:t>
            </a:r>
            <a:r>
              <a:rPr lang="en-US" sz="4000" dirty="0" err="1" smtClean="0">
                <a:solidFill>
                  <a:srgbClr val="595959"/>
                </a:solidFill>
                <a:effectLst>
                  <a:outerShdw blurRad="38100" dist="25400" dir="5400000" algn="t" rotWithShape="0">
                    <a:prstClr val="black">
                      <a:alpha val="20000"/>
                    </a:prstClr>
                  </a:outerShdw>
                </a:effectLst>
                <a:latin typeface="VistaSansSCBold"/>
                <a:cs typeface="VistaSansSCBold"/>
              </a:rPr>
              <a:t>imagens</a:t>
            </a:r>
            <a:endParaRPr lang="en-US" sz="4000" dirty="0">
              <a:solidFill>
                <a:srgbClr val="595959"/>
              </a:solidFill>
              <a:effectLst>
                <a:outerShdw blurRad="38100" dist="25400" dir="5400000" algn="t" rotWithShape="0">
                  <a:prstClr val="black">
                    <a:alpha val="20000"/>
                  </a:prstClr>
                </a:outerShdw>
              </a:effectLst>
              <a:latin typeface="VistaSansSCBold"/>
              <a:cs typeface="VistaSansSCBold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655D-884A-7947-B4DA-35911720D2B1}" type="datetime1">
              <a:rPr lang="en-US" smtClean="0"/>
              <a:t>12/11/13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8" name="Straight Connector 10"/>
          <p:cNvCxnSpPr/>
          <p:nvPr userDrawn="1"/>
        </p:nvCxnSpPr>
        <p:spPr>
          <a:xfrm flipH="1">
            <a:off x="1968175" y="852796"/>
            <a:ext cx="52076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76375" y="1557462"/>
            <a:ext cx="6191250" cy="1470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  <a:defRPr lang="pt-BR" sz="2400" kern="1200" dirty="0" smtClean="0">
                <a:solidFill>
                  <a:srgbClr val="595959"/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Respeite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os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limites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laterais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do slide, e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adicione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as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imagens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sempre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dentro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 da </a:t>
            </a:r>
            <a:r>
              <a:rPr lang="en-US" sz="2400" dirty="0" err="1" smtClean="0">
                <a:solidFill>
                  <a:srgbClr val="595959"/>
                </a:solidFill>
                <a:latin typeface="VistaSansBook"/>
                <a:cs typeface="VistaSansBook"/>
              </a:rPr>
              <a:t>moldura</a:t>
            </a:r>
            <a:r>
              <a:rPr lang="en-US" sz="2400" dirty="0" smtClean="0">
                <a:solidFill>
                  <a:srgbClr val="595959"/>
                </a:solidFill>
                <a:latin typeface="VistaSansBook"/>
                <a:cs typeface="VistaSansBook"/>
              </a:rPr>
              <a:t>.</a:t>
            </a:r>
          </a:p>
        </p:txBody>
      </p:sp>
      <p:sp>
        <p:nvSpPr>
          <p:cNvPr id="18" name="Espaço Reservado para Imagem 8"/>
          <p:cNvSpPr>
            <a:spLocks noGrp="1"/>
          </p:cNvSpPr>
          <p:nvPr>
            <p:ph type="pic" sz="quarter" idx="15" hasCustomPrompt="1"/>
          </p:nvPr>
        </p:nvSpPr>
        <p:spPr>
          <a:xfrm>
            <a:off x="6106159" y="3434078"/>
            <a:ext cx="2673549" cy="2412285"/>
          </a:xfrm>
          <a:prstGeom prst="rect">
            <a:avLst/>
          </a:prstGeom>
          <a:ln w="88900" cap="sq">
            <a:solidFill>
              <a:schemeClr val="bg1"/>
            </a:solidFill>
            <a:miter lim="800000"/>
          </a:ln>
          <a:effectLst>
            <a:outerShdw blurRad="38100" dist="12700" dir="3300000" algn="t" rotWithShape="0">
              <a:prstClr val="black">
                <a:alpha val="30000"/>
              </a:prstClr>
            </a:outerShdw>
          </a:effectLst>
        </p:spPr>
        <p:txBody>
          <a:bodyPr/>
          <a:lstStyle>
            <a:lvl1pPr marL="274320" marR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  <a:defRPr lang="en-GB" sz="2400" kern="1200" dirty="0" smtClean="0">
                <a:solidFill>
                  <a:srgbClr val="595959"/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 marL="274320" marR="0" lvl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</a:pPr>
            <a:r>
              <a:rPr lang="en-GB" dirty="0" smtClean="0"/>
              <a:t>Clique </a:t>
            </a:r>
            <a:r>
              <a:rPr lang="en-GB" dirty="0" err="1" smtClean="0"/>
              <a:t>aqui</a:t>
            </a:r>
            <a:r>
              <a:rPr lang="en-GB" dirty="0" smtClean="0"/>
              <a:t> </a:t>
            </a:r>
            <a:r>
              <a:rPr lang="en-GB" dirty="0" err="1" smtClean="0"/>
              <a:t>para</a:t>
            </a:r>
            <a:r>
              <a:rPr lang="en-GB" dirty="0" smtClean="0"/>
              <a:t> </a:t>
            </a:r>
            <a:r>
              <a:rPr lang="en-GB" dirty="0" err="1" smtClean="0"/>
              <a:t>adicionar</a:t>
            </a:r>
            <a:r>
              <a:rPr lang="en-GB" dirty="0" smtClean="0"/>
              <a:t> </a:t>
            </a:r>
            <a:r>
              <a:rPr lang="en-GB" dirty="0" err="1" smtClean="0"/>
              <a:t>uma</a:t>
            </a:r>
            <a:r>
              <a:rPr lang="en-GB" dirty="0" smtClean="0"/>
              <a:t> </a:t>
            </a:r>
            <a:r>
              <a:rPr lang="en-GB" dirty="0" err="1" smtClean="0"/>
              <a:t>imagem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22" name="Espaço Reservado para Imagem 8"/>
          <p:cNvSpPr>
            <a:spLocks noGrp="1"/>
          </p:cNvSpPr>
          <p:nvPr>
            <p:ph type="pic" sz="quarter" idx="16" hasCustomPrompt="1"/>
          </p:nvPr>
        </p:nvSpPr>
        <p:spPr>
          <a:xfrm>
            <a:off x="3241039" y="3434078"/>
            <a:ext cx="2673549" cy="2412285"/>
          </a:xfrm>
          <a:prstGeom prst="rect">
            <a:avLst/>
          </a:prstGeom>
          <a:ln w="88900" cap="sq">
            <a:solidFill>
              <a:schemeClr val="bg1"/>
            </a:solidFill>
            <a:miter lim="800000"/>
          </a:ln>
          <a:effectLst>
            <a:outerShdw blurRad="38100" dist="12700" dir="3300000" algn="t" rotWithShape="0">
              <a:prstClr val="black">
                <a:alpha val="30000"/>
              </a:prstClr>
            </a:outerShdw>
          </a:effectLst>
        </p:spPr>
        <p:txBody>
          <a:bodyPr/>
          <a:lstStyle>
            <a:lvl1pPr marL="274320" marR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  <a:defRPr lang="en-GB" sz="2400" kern="1200" dirty="0" smtClean="0">
                <a:solidFill>
                  <a:srgbClr val="595959"/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 marL="274320" marR="0" lvl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</a:pPr>
            <a:r>
              <a:rPr lang="en-GB" dirty="0" smtClean="0"/>
              <a:t>Clique </a:t>
            </a:r>
            <a:r>
              <a:rPr lang="en-GB" dirty="0" err="1" smtClean="0"/>
              <a:t>aqui</a:t>
            </a:r>
            <a:r>
              <a:rPr lang="en-GB" dirty="0" smtClean="0"/>
              <a:t> </a:t>
            </a:r>
            <a:r>
              <a:rPr lang="en-GB" dirty="0" err="1" smtClean="0"/>
              <a:t>para</a:t>
            </a:r>
            <a:r>
              <a:rPr lang="en-GB" dirty="0" smtClean="0"/>
              <a:t> </a:t>
            </a:r>
            <a:r>
              <a:rPr lang="en-GB" dirty="0" err="1" smtClean="0"/>
              <a:t>adicionar</a:t>
            </a:r>
            <a:r>
              <a:rPr lang="en-GB" dirty="0" smtClean="0"/>
              <a:t> </a:t>
            </a:r>
            <a:r>
              <a:rPr lang="en-GB" dirty="0" err="1" smtClean="0"/>
              <a:t>uma</a:t>
            </a:r>
            <a:r>
              <a:rPr lang="en-GB" dirty="0" smtClean="0"/>
              <a:t> </a:t>
            </a:r>
            <a:r>
              <a:rPr lang="en-GB" dirty="0" err="1" smtClean="0"/>
              <a:t>imagem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23" name="Espaço Reservado para Imagem 8"/>
          <p:cNvSpPr>
            <a:spLocks noGrp="1"/>
          </p:cNvSpPr>
          <p:nvPr>
            <p:ph type="pic" sz="quarter" idx="17" hasCustomPrompt="1"/>
          </p:nvPr>
        </p:nvSpPr>
        <p:spPr>
          <a:xfrm>
            <a:off x="385949" y="3434078"/>
            <a:ext cx="2673549" cy="2412285"/>
          </a:xfrm>
          <a:prstGeom prst="rect">
            <a:avLst/>
          </a:prstGeom>
          <a:ln w="88900" cap="sq">
            <a:solidFill>
              <a:schemeClr val="bg1"/>
            </a:solidFill>
            <a:miter lim="800000"/>
          </a:ln>
          <a:effectLst>
            <a:outerShdw blurRad="38100" dist="12700" dir="3300000" algn="t" rotWithShape="0">
              <a:prstClr val="black">
                <a:alpha val="30000"/>
              </a:prstClr>
            </a:outerShdw>
          </a:effectLst>
        </p:spPr>
        <p:txBody>
          <a:bodyPr/>
          <a:lstStyle>
            <a:lvl1pPr marL="274320" marR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  <a:defRPr lang="en-GB" sz="2400" kern="1200" dirty="0" smtClean="0">
                <a:solidFill>
                  <a:srgbClr val="595959"/>
                </a:solidFill>
                <a:latin typeface="VistaSansBook"/>
                <a:ea typeface="+mn-ea"/>
                <a:cs typeface="VistaSansBook"/>
              </a:defRPr>
            </a:lvl1pPr>
          </a:lstStyle>
          <a:p>
            <a:pPr marL="274320" marR="0" lvl="0" indent="-27432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</a:pPr>
            <a:r>
              <a:rPr lang="en-GB" dirty="0" smtClean="0"/>
              <a:t>Clique </a:t>
            </a:r>
            <a:r>
              <a:rPr lang="en-GB" dirty="0" err="1" smtClean="0"/>
              <a:t>aqui</a:t>
            </a:r>
            <a:r>
              <a:rPr lang="en-GB" dirty="0" smtClean="0"/>
              <a:t> </a:t>
            </a:r>
            <a:r>
              <a:rPr lang="en-GB" dirty="0" err="1" smtClean="0"/>
              <a:t>para</a:t>
            </a:r>
            <a:r>
              <a:rPr lang="en-GB" dirty="0" smtClean="0"/>
              <a:t> </a:t>
            </a:r>
            <a:r>
              <a:rPr lang="en-GB" dirty="0" err="1" smtClean="0"/>
              <a:t>adicionar</a:t>
            </a:r>
            <a:r>
              <a:rPr lang="en-GB" dirty="0" smtClean="0"/>
              <a:t> </a:t>
            </a:r>
            <a:r>
              <a:rPr lang="en-GB" dirty="0" err="1" smtClean="0"/>
              <a:t>uma</a:t>
            </a:r>
            <a:r>
              <a:rPr lang="en-GB" dirty="0" smtClean="0"/>
              <a:t> </a:t>
            </a:r>
            <a:r>
              <a:rPr lang="en-GB" dirty="0" err="1" smtClean="0"/>
              <a:t>imagem</a:t>
            </a:r>
            <a:endParaRPr lang="en-GB" dirty="0" smtClean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8353778" y="6092361"/>
            <a:ext cx="793856" cy="79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4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as, tabelas e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x-none" dirty="0" smtClean="0"/>
              <a:t>Diagramas, Tabelas e Gráficos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865B-EB48-3E4F-9F02-C01B2482D5D0}" type="datetime1">
              <a:rPr lang="en-US" smtClean="0"/>
              <a:t>12/11/13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Straight Connector 10"/>
          <p:cNvCxnSpPr/>
          <p:nvPr userDrawn="1"/>
        </p:nvCxnSpPr>
        <p:spPr>
          <a:xfrm flipH="1">
            <a:off x="1968175" y="852796"/>
            <a:ext cx="5207650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>
            <a:outerShdw blurRad="381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58147" y="4917550"/>
            <a:ext cx="6566370" cy="12537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Aft>
                <a:spcPts val="600"/>
              </a:spcAft>
              <a:buNone/>
              <a:defRPr lang="pt-BR" sz="2200" kern="1200" baseline="0" dirty="0" smtClean="0">
                <a:solidFill>
                  <a:srgbClr val="595959"/>
                </a:solidFill>
                <a:latin typeface="+mn-lt"/>
                <a:ea typeface="+mn-ea"/>
                <a:cs typeface="VistaSansBook"/>
              </a:defRPr>
            </a:lvl1pPr>
          </a:lstStyle>
          <a:p>
            <a:pPr lvl="0"/>
            <a:r>
              <a:rPr lang="pt-BR" dirty="0" smtClean="0"/>
              <a:t>Num slide com muitos elementos gráficos, o texto pode ser menor (limite mínimo de 20pt).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9713" y="6382424"/>
            <a:ext cx="694278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AD2E237-D3BB-B448-9BA8-8103AC3F84B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8353778" y="6092361"/>
            <a:ext cx="793856" cy="79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74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8"/>
          <p:cNvSpPr/>
          <p:nvPr userDrawn="1"/>
        </p:nvSpPr>
        <p:spPr>
          <a:xfrm>
            <a:off x="0" y="1"/>
            <a:ext cx="9143999" cy="6858000"/>
          </a:xfrm>
          <a:prstGeom prst="rect">
            <a:avLst/>
          </a:prstGeom>
          <a:gradFill flip="none" rotWithShape="1">
            <a:gsLst>
              <a:gs pos="36000">
                <a:srgbClr val="111F87"/>
              </a:gs>
              <a:gs pos="0">
                <a:srgbClr val="28529B"/>
              </a:gs>
              <a:gs pos="100000">
                <a:srgbClr val="15195B"/>
              </a:gs>
            </a:gsLst>
            <a:lin ang="5400000" scaled="0"/>
            <a:tileRect/>
          </a:gradFill>
          <a:ln>
            <a:noFill/>
          </a:ln>
          <a:effectLst>
            <a:outerShdw blurRad="190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4" name="Subtitle 2"/>
          <p:cNvSpPr txBox="1">
            <a:spLocks/>
          </p:cNvSpPr>
          <p:nvPr userDrawn="1"/>
        </p:nvSpPr>
        <p:spPr>
          <a:xfrm>
            <a:off x="10728960" y="6334192"/>
            <a:ext cx="6400800" cy="446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VistaSansLightItalic"/>
                <a:cs typeface="VistaSansLightItalic"/>
              </a:rPr>
              <a:t>01 de </a:t>
            </a:r>
            <a:r>
              <a:rPr lang="en-US" sz="1400" dirty="0" err="1" smtClean="0">
                <a:solidFill>
                  <a:schemeClr val="bg1">
                    <a:lumMod val="65000"/>
                  </a:schemeClr>
                </a:solidFill>
                <a:latin typeface="VistaSansLightItalic"/>
                <a:cs typeface="VistaSansLightItalic"/>
              </a:rPr>
              <a:t>janeiro</a:t>
            </a:r>
            <a:r>
              <a:rPr lang="en-US" sz="1400" dirty="0" smtClean="0">
                <a:solidFill>
                  <a:schemeClr val="bg1">
                    <a:lumMod val="65000"/>
                  </a:schemeClr>
                </a:solidFill>
                <a:latin typeface="VistaSansLightItalic"/>
                <a:cs typeface="VistaSansLightItalic"/>
              </a:rPr>
              <a:t> de 2046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VistaSansLightItalic"/>
              <a:cs typeface="VistaSansLightItalic"/>
            </a:endParaRP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239802" y="4138092"/>
            <a:ext cx="8664396" cy="0"/>
          </a:xfrm>
          <a:prstGeom prst="line">
            <a:avLst/>
          </a:prstGeom>
          <a:ln>
            <a:solidFill>
              <a:srgbClr val="294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1"/>
          <p:cNvSpPr>
            <a:spLocks noGrp="1"/>
          </p:cNvSpPr>
          <p:nvPr>
            <p:ph type="body" sz="quarter" idx="15" hasCustomPrompt="1"/>
          </p:nvPr>
        </p:nvSpPr>
        <p:spPr>
          <a:xfrm>
            <a:off x="1813719" y="2885440"/>
            <a:ext cx="5516563" cy="528320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8829"/>
              </a:buClr>
              <a:buSzPct val="100000"/>
              <a:buFont typeface="Lucida Grande"/>
              <a:buNone/>
              <a:tabLst/>
              <a:defRPr lang="x-none" sz="2400" kern="1200" dirty="0" smtClean="0">
                <a:solidFill>
                  <a:srgbClr val="FFFFFF"/>
                </a:solidFill>
                <a:latin typeface="VistaSansSCBook"/>
                <a:ea typeface="+mn-ea"/>
                <a:cs typeface="VistaSansSCBook"/>
              </a:defRPr>
            </a:lvl1pPr>
            <a:lvl2pPr marL="0" marR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8829"/>
              </a:buClr>
              <a:buSzPct val="100000"/>
              <a:buFont typeface="Lucida Grande"/>
              <a:buNone/>
              <a:tabLst/>
              <a:defRPr lang="x-none" sz="2000" kern="1200" dirty="0" smtClean="0">
                <a:solidFill>
                  <a:srgbClr val="FFFFFF"/>
                </a:solidFill>
                <a:latin typeface="VistaSansRegItalic"/>
                <a:ea typeface="+mn-ea"/>
                <a:cs typeface="VistaSansRegItalic"/>
              </a:defRPr>
            </a:lvl2pPr>
            <a:lvl3pPr marL="914400" indent="0" algn="ctr"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x-none" dirty="0" smtClean="0"/>
              <a:t>Nome do Autor da Apresentação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6" hasCustomPrompt="1"/>
          </p:nvPr>
        </p:nvSpPr>
        <p:spPr>
          <a:xfrm>
            <a:off x="1879600" y="1767839"/>
            <a:ext cx="5384800" cy="1108075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lang="x-none" sz="4800" kern="12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VistaSansBoldItalic"/>
                <a:ea typeface="+mj-ea"/>
                <a:cs typeface="VistaSansBoldItalic"/>
              </a:defRPr>
            </a:lvl1pPr>
            <a:lvl2pPr marL="27432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x-none" dirty="0" smtClean="0"/>
              <a:t>Obrigado(a)!</a:t>
            </a:r>
          </a:p>
        </p:txBody>
      </p:sp>
      <p:sp>
        <p:nvSpPr>
          <p:cNvPr id="37" name="Date Placeholder 3"/>
          <p:cNvSpPr>
            <a:spLocks noGrp="1"/>
          </p:cNvSpPr>
          <p:nvPr>
            <p:ph type="dt" sz="half" idx="10"/>
          </p:nvPr>
        </p:nvSpPr>
        <p:spPr>
          <a:xfrm>
            <a:off x="3505200" y="6238875"/>
            <a:ext cx="2133600" cy="365125"/>
          </a:xfrm>
        </p:spPr>
        <p:txBody>
          <a:bodyPr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lang="en-US" sz="1400" kern="1200" smtClean="0">
                <a:solidFill>
                  <a:schemeClr val="bg1">
                    <a:lumMod val="75000"/>
                  </a:schemeClr>
                </a:solidFill>
                <a:latin typeface="VistaSansLightItalic"/>
                <a:ea typeface="+mn-ea"/>
                <a:cs typeface="VistaSansLightItalic"/>
              </a:defRPr>
            </a:lvl1pPr>
          </a:lstStyle>
          <a:p>
            <a:fld id="{8CAE16D0-3E0C-0A4C-BF78-39B1B627E36B}" type="datetime1">
              <a:rPr lang="en-US" smtClean="0"/>
              <a:t>12/11/13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2066925" y="3413125"/>
            <a:ext cx="5010150" cy="725488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lang="en-US" sz="2000" kern="1200" dirty="0" smtClean="0">
                <a:solidFill>
                  <a:srgbClr val="FFFFFF"/>
                </a:solidFill>
                <a:latin typeface="VistaSansRegItalic"/>
                <a:ea typeface="+mn-ea"/>
                <a:cs typeface="VistaSansRegItalic"/>
              </a:defRPr>
            </a:lvl1pPr>
          </a:lstStyle>
          <a:p>
            <a:pPr lvl="0"/>
            <a:r>
              <a:rPr lang="x-none" dirty="0" smtClean="0"/>
              <a:t>autor@gprt.ufpe.br</a:t>
            </a:r>
            <a:endParaRPr lang="en-US" dirty="0"/>
          </a:p>
        </p:txBody>
      </p:sp>
      <p:pic>
        <p:nvPicPr>
          <p:cNvPr id="5" name="Picture 4" descr="fundo azul template ppt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0" t="65805" r="17530"/>
          <a:stretch/>
        </p:blipFill>
        <p:spPr>
          <a:xfrm>
            <a:off x="0" y="-1"/>
            <a:ext cx="9143999" cy="370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70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239000" cy="1143000"/>
          </a:xfrm>
        </p:spPr>
        <p:txBody>
          <a:bodyPr anchor="ctr" anchorCtr="0">
            <a:noAutofit/>
          </a:bodyPr>
          <a:lstStyle>
            <a:lvl1pPr algn="l">
              <a:lnSpc>
                <a:spcPct val="90000"/>
              </a:lnSpc>
              <a:defRPr sz="4800" baseline="0">
                <a:ln w="12700">
                  <a:noFill/>
                </a:ln>
              </a:defRPr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08760"/>
            <a:ext cx="7467600" cy="4419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02FEEC-7D49-4A2E-BDA3-71D8161AFA0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473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37627"/>
            <a:ext cx="7772400" cy="7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DF35F-759D-BF4A-97C9-8067AA400693}" type="datetime1">
              <a:rPr lang="en-US" smtClean="0"/>
              <a:t>12/11/13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581" y="6364908"/>
            <a:ext cx="529167" cy="37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457200" rtl="0" eaLnBrk="1" latinLnBrk="0" hangingPunct="1">
              <a:defRPr lang="en-US" sz="2000" kern="1200" smtClean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VistaSansBoldItalic"/>
              </a:defRPr>
            </a:lvl1pPr>
          </a:lstStyle>
          <a:p>
            <a:fld id="{1AD2E237-D3BB-B448-9BA8-8103AC3F84B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87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64" r:id="rId4"/>
    <p:sldLayoutId id="2147483662" r:id="rId5"/>
    <p:sldLayoutId id="2147483663" r:id="rId6"/>
    <p:sldLayoutId id="2147483650" r:id="rId7"/>
    <p:sldLayoutId id="2147483659" r:id="rId8"/>
    <p:sldLayoutId id="2147483660" r:id="rId9"/>
    <p:sldLayoutId id="2147483665" r:id="rId10"/>
    <p:sldLayoutId id="2147483654" r:id="rId11"/>
    <p:sldLayoutId id="2147483666" r:id="rId12"/>
    <p:sldLayoutId id="2147483667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lang="en-US" sz="4000" kern="1200" dirty="0">
          <a:solidFill>
            <a:srgbClr val="595959"/>
          </a:solidFill>
          <a:effectLst>
            <a:outerShdw blurRad="38100" dist="25400" dir="5400000" algn="t" rotWithShape="0">
              <a:prstClr val="black">
                <a:alpha val="20000"/>
              </a:prstClr>
            </a:outerShdw>
          </a:effectLst>
          <a:latin typeface="VistaSansSCBold"/>
          <a:ea typeface="+mj-ea"/>
          <a:cs typeface="+mj-cs"/>
        </a:defRPr>
      </a:lvl1pPr>
    </p:titleStyle>
    <p:bodyStyle>
      <a:lvl1pPr marL="274320" marR="0" indent="-274320" algn="l" defTabSz="4572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8829"/>
        </a:buClr>
        <a:buSzPct val="100000"/>
        <a:buFont typeface="Lucida Grande"/>
        <a:buChar char="‣"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marR="0" indent="-365760" algn="l" defTabSz="4572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Lucida Grande"/>
        <a:buChar char="↳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package" Target="../embeddings/Microsoft_Excel_Sheet1.xlsx"/><Relationship Id="rId5" Type="http://schemas.openxmlformats.org/officeDocument/2006/relationships/image" Target="../media/image7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package" Target="../embeddings/Microsoft_Excel_Sheet2.xlsx"/><Relationship Id="rId5" Type="http://schemas.openxmlformats.org/officeDocument/2006/relationships/image" Target="../media/image10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sz="2400" dirty="0" smtClean="0"/>
              <a:t>XIII </a:t>
            </a:r>
            <a:r>
              <a:rPr lang="en-GB" sz="2400" dirty="0" err="1" smtClean="0"/>
              <a:t>Simp</a:t>
            </a:r>
            <a:r>
              <a:rPr lang="en-GB" sz="2400" dirty="0" err="1" smtClean="0"/>
              <a:t>ósio</a:t>
            </a:r>
            <a:r>
              <a:rPr lang="en-GB" sz="2400" dirty="0" smtClean="0"/>
              <a:t> </a:t>
            </a:r>
            <a:r>
              <a:rPr lang="en-GB" sz="2400" dirty="0" err="1" smtClean="0"/>
              <a:t>Brasileiro</a:t>
            </a:r>
            <a:r>
              <a:rPr lang="en-GB" sz="2400" dirty="0" smtClean="0"/>
              <a:t> </a:t>
            </a:r>
            <a:r>
              <a:rPr lang="en-GB" sz="2400" dirty="0" err="1" smtClean="0"/>
              <a:t>em</a:t>
            </a:r>
            <a:r>
              <a:rPr lang="en-GB" sz="2400" dirty="0" smtClean="0"/>
              <a:t> </a:t>
            </a:r>
            <a:r>
              <a:rPr lang="en-GB" sz="2400" dirty="0" err="1" smtClean="0"/>
              <a:t>Segurança</a:t>
            </a:r>
            <a:r>
              <a:rPr lang="en-GB" sz="2400" dirty="0" smtClean="0"/>
              <a:t> da </a:t>
            </a:r>
            <a:r>
              <a:rPr lang="en-GB" sz="2400" dirty="0" err="1" smtClean="0"/>
              <a:t>Informação</a:t>
            </a:r>
            <a:r>
              <a:rPr lang="en-GB" sz="2400" dirty="0" smtClean="0"/>
              <a:t> e de </a:t>
            </a:r>
            <a:r>
              <a:rPr lang="en-GB" sz="2400" dirty="0" err="1" smtClean="0"/>
              <a:t>Sistemas</a:t>
            </a:r>
            <a:r>
              <a:rPr lang="en-GB" sz="2400" dirty="0" smtClean="0"/>
              <a:t> </a:t>
            </a:r>
            <a:r>
              <a:rPr lang="en-GB" sz="2400" dirty="0" err="1" smtClean="0"/>
              <a:t>Computacionais</a:t>
            </a:r>
            <a:endParaRPr lang="en-GB" sz="2400" dirty="0"/>
          </a:p>
        </p:txBody>
      </p:sp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Relato da Coordena</a:t>
            </a:r>
            <a:r>
              <a:rPr lang="pt-BR" sz="3600" dirty="0" smtClean="0"/>
              <a:t>ção Geral</a:t>
            </a:r>
            <a:endParaRPr lang="pt-BR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12073467" y="245533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490133" y="118533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altLang="zh-CN" dirty="0" err="1" smtClean="0"/>
              <a:t>SBSeg</a:t>
            </a:r>
            <a:r>
              <a:rPr lang="pt-BR" altLang="zh-CN" dirty="0" smtClean="0"/>
              <a:t> 2013 em n</a:t>
            </a:r>
            <a:r>
              <a:rPr lang="pt-BR" altLang="zh-CN" dirty="0" smtClean="0"/>
              <a:t>úmeros (1/3</a:t>
            </a:r>
            <a:r>
              <a:rPr lang="pt-BR" altLang="zh-CN" dirty="0" smtClean="0"/>
              <a:t>)</a:t>
            </a:r>
            <a:endParaRPr lang="pt-BR" altLang="zh-CN" dirty="0" smtClean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altLang="zh-CN" sz="2800" b="1" dirty="0"/>
              <a:t>291 </a:t>
            </a:r>
            <a:r>
              <a:rPr lang="pt-BR" altLang="zh-CN" sz="2800" b="1" dirty="0" smtClean="0"/>
              <a:t>Inscritos (202 presentes)</a:t>
            </a:r>
            <a:endParaRPr lang="pt-BR" altLang="zh-CN" sz="2800" b="1" dirty="0"/>
          </a:p>
          <a:p>
            <a:pPr lvl="1" algn="just"/>
            <a:r>
              <a:rPr lang="pt-BR" altLang="zh-CN" sz="2400" dirty="0"/>
              <a:t>201 Pagos</a:t>
            </a:r>
          </a:p>
          <a:p>
            <a:pPr lvl="1" algn="just"/>
            <a:r>
              <a:rPr lang="pt-BR" altLang="zh-CN" sz="2400" dirty="0"/>
              <a:t>35 </a:t>
            </a:r>
            <a:r>
              <a:rPr lang="pt-BR" altLang="zh-CN" sz="2400" dirty="0" smtClean="0"/>
              <a:t>  Isentos </a:t>
            </a:r>
            <a:r>
              <a:rPr lang="pt-BR" altLang="zh-CN" sz="2400" dirty="0"/>
              <a:t>e </a:t>
            </a:r>
            <a:r>
              <a:rPr lang="pt-BR" altLang="zh-CN" sz="2400" dirty="0" smtClean="0"/>
              <a:t>Convidados</a:t>
            </a:r>
          </a:p>
          <a:p>
            <a:pPr lvl="1" algn="just"/>
            <a:endParaRPr lang="pt-BR" altLang="zh-CN" sz="2400" dirty="0"/>
          </a:p>
          <a:p>
            <a:pPr marL="365760" indent="-457200" algn="just"/>
            <a:r>
              <a:rPr lang="pt-BR" altLang="zh-CN" sz="2800" b="1" dirty="0" smtClean="0"/>
              <a:t>Distribui</a:t>
            </a:r>
            <a:r>
              <a:rPr lang="pt-BR" altLang="zh-CN" sz="2800" b="1" dirty="0" smtClean="0"/>
              <a:t>ção por Estados</a:t>
            </a:r>
            <a:endParaRPr lang="pt-BR" altLang="zh-CN" sz="2800" b="1" dirty="0" smtClean="0"/>
          </a:p>
        </p:txBody>
      </p:sp>
      <p:sp>
        <p:nvSpPr>
          <p:cNvPr id="3072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6BB524-D475-4CFE-A340-8731886ED6B7}" type="slidenum">
              <a:rPr lang="en-US" altLang="zh-CN" smtClean="0">
                <a:ea typeface="宋体"/>
                <a:cs typeface="宋体"/>
              </a:rPr>
              <a:pPr/>
              <a:t>1</a:t>
            </a:fld>
            <a:endParaRPr lang="en-US" altLang="zh-CN" smtClean="0">
              <a:ea typeface="宋体"/>
              <a:cs typeface="宋体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15" y="3555957"/>
            <a:ext cx="5856737" cy="3251225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887392"/>
              </p:ext>
            </p:extLst>
          </p:nvPr>
        </p:nvGraphicFramePr>
        <p:xfrm>
          <a:off x="6855452" y="2573871"/>
          <a:ext cx="2102251" cy="3867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Worksheet" r:id="rId4" imgW="1663700" imgH="3060700" progId="Excel.Sheet.12">
                  <p:embed/>
                </p:oleObj>
              </mc:Choice>
              <mc:Fallback>
                <p:oleObj name="Worksheet" r:id="rId4" imgW="1663700" imgH="3060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55452" y="2573871"/>
                        <a:ext cx="2102251" cy="38674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45462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51" y="1934637"/>
            <a:ext cx="7288479" cy="4033430"/>
          </a:xfrm>
          <a:prstGeom prst="rect">
            <a:avLst/>
          </a:prstGeom>
        </p:spPr>
      </p:pic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zh-CN" dirty="0" err="1" smtClean="0"/>
              <a:t>SBSeg</a:t>
            </a:r>
            <a:r>
              <a:rPr lang="pt-BR" altLang="zh-CN" dirty="0" smtClean="0"/>
              <a:t> 2013 em n</a:t>
            </a:r>
            <a:r>
              <a:rPr lang="pt-BR" altLang="zh-CN" dirty="0" smtClean="0"/>
              <a:t>úmeros (2/</a:t>
            </a:r>
            <a:r>
              <a:rPr lang="pt-BR" altLang="zh-CN" dirty="0"/>
              <a:t>3</a:t>
            </a:r>
            <a:r>
              <a:rPr lang="pt-BR" altLang="zh-CN" dirty="0" smtClean="0"/>
              <a:t>)</a:t>
            </a:r>
            <a:endParaRPr lang="pt-BR" altLang="zh-CN" dirty="0" smtClean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altLang="zh-CN" sz="3400" dirty="0" smtClean="0"/>
              <a:t>Inscri</a:t>
            </a:r>
            <a:r>
              <a:rPr lang="pt-BR" altLang="zh-CN" sz="3400" dirty="0" smtClean="0"/>
              <a:t>ções nos Minicursos</a:t>
            </a:r>
          </a:p>
          <a:p>
            <a:pPr lvl="1" algn="just"/>
            <a:r>
              <a:rPr lang="pt-BR" altLang="zh-CN" sz="2800" dirty="0" smtClean="0"/>
              <a:t>99 Inscritos</a:t>
            </a:r>
            <a:endParaRPr lang="pt-BR" altLang="zh-CN" sz="3200" dirty="0" smtClean="0"/>
          </a:p>
          <a:p>
            <a:pPr marL="274320" lvl="1" indent="0" algn="just">
              <a:buNone/>
            </a:pPr>
            <a:endParaRPr lang="pt-BR" altLang="zh-CN" sz="3200" dirty="0" smtClean="0"/>
          </a:p>
          <a:p>
            <a:pPr marL="274320" lvl="1" indent="0" algn="just">
              <a:buNone/>
            </a:pPr>
            <a:r>
              <a:rPr lang="pt-BR" altLang="zh-CN" sz="3200" dirty="0"/>
              <a:t>	</a:t>
            </a:r>
            <a:endParaRPr lang="pt-BR" altLang="zh-CN" sz="3200" dirty="0" smtClean="0"/>
          </a:p>
        </p:txBody>
      </p:sp>
      <p:sp>
        <p:nvSpPr>
          <p:cNvPr id="3072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6BB524-D475-4CFE-A340-8731886ED6B7}" type="slidenum">
              <a:rPr lang="en-US" altLang="zh-CN" smtClean="0">
                <a:ea typeface="宋体"/>
                <a:cs typeface="宋体"/>
              </a:rPr>
              <a:pPr/>
              <a:t>2</a:t>
            </a:fld>
            <a:endParaRPr lang="en-US" altLang="zh-CN" smtClean="0">
              <a:ea typeface="宋体"/>
              <a:cs typeface="宋体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1689" y="4579530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76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893159" y="4813398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53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638365" y="3979082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31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062635" y="4163748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22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027467" y="3370831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451737" y="3555497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44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810000" y="2726015"/>
            <a:ext cx="64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35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062635" y="2910681"/>
            <a:ext cx="44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66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05272"/>
            <a:ext cx="6388100" cy="4267200"/>
          </a:xfrm>
          <a:prstGeom prst="rect">
            <a:avLst/>
          </a:prstGeom>
        </p:spPr>
      </p:pic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zh-CN" dirty="0" err="1" smtClean="0"/>
              <a:t>SBSeg</a:t>
            </a:r>
            <a:r>
              <a:rPr lang="pt-BR" altLang="zh-CN" dirty="0" smtClean="0"/>
              <a:t> 2013 em n</a:t>
            </a:r>
            <a:r>
              <a:rPr lang="pt-BR" altLang="zh-CN" dirty="0" smtClean="0"/>
              <a:t>úmeros (3/</a:t>
            </a:r>
            <a:r>
              <a:rPr lang="pt-BR" altLang="zh-CN" dirty="0"/>
              <a:t>3</a:t>
            </a:r>
            <a:r>
              <a:rPr lang="pt-BR" altLang="zh-CN" dirty="0" smtClean="0"/>
              <a:t>)</a:t>
            </a:r>
            <a:endParaRPr lang="pt-BR" altLang="zh-CN" dirty="0" smtClean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altLang="zh-CN" sz="2800" b="1" dirty="0" smtClean="0"/>
              <a:t>Sum</a:t>
            </a:r>
            <a:r>
              <a:rPr lang="pt-BR" altLang="zh-CN" sz="2800" b="1" dirty="0" smtClean="0"/>
              <a:t>ário de Categorias</a:t>
            </a:r>
            <a:endParaRPr lang="pt-BR" altLang="zh-CN" sz="2800" b="1" dirty="0" smtClean="0"/>
          </a:p>
        </p:txBody>
      </p:sp>
      <p:sp>
        <p:nvSpPr>
          <p:cNvPr id="3072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6BB524-D475-4CFE-A340-8731886ED6B7}" type="slidenum">
              <a:rPr lang="en-US" altLang="zh-CN" smtClean="0">
                <a:ea typeface="宋体"/>
                <a:cs typeface="宋体"/>
              </a:rPr>
              <a:pPr/>
              <a:t>3</a:t>
            </a:fld>
            <a:endParaRPr lang="en-US" altLang="zh-CN" smtClean="0">
              <a:ea typeface="宋体"/>
              <a:cs typeface="宋体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32178"/>
              </p:ext>
            </p:extLst>
          </p:nvPr>
        </p:nvGraphicFramePr>
        <p:xfrm>
          <a:off x="1337373" y="1793875"/>
          <a:ext cx="6739328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Worksheet" r:id="rId4" imgW="3302000" imgH="774700" progId="Excel.Sheet.12">
                  <p:embed/>
                </p:oleObj>
              </mc:Choice>
              <mc:Fallback>
                <p:oleObj name="Worksheet" r:id="rId4" imgW="3302000" imgH="774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37373" y="1793875"/>
                        <a:ext cx="6739328" cy="158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63800" y="5672667"/>
            <a:ext cx="8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11.3%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13667" y="3913200"/>
            <a:ext cx="83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10.8%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291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685800" y="-42333"/>
            <a:ext cx="7772400" cy="946215"/>
          </a:xfrm>
        </p:spPr>
        <p:txBody>
          <a:bodyPr>
            <a:normAutofit/>
          </a:bodyPr>
          <a:lstStyle/>
          <a:p>
            <a:r>
              <a:rPr lang="pt-BR" dirty="0" err="1" smtClean="0"/>
              <a:t>SBSeg</a:t>
            </a:r>
            <a:r>
              <a:rPr lang="pt-BR" dirty="0" smtClean="0"/>
              <a:t> 2013 em Finan</a:t>
            </a:r>
            <a:r>
              <a:rPr lang="pt-BR" dirty="0" smtClean="0"/>
              <a:t>ças</a:t>
            </a:r>
            <a:endParaRPr lang="pt-BR" sz="20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073997"/>
              </p:ext>
            </p:extLst>
          </p:nvPr>
        </p:nvGraphicFramePr>
        <p:xfrm>
          <a:off x="685801" y="1153005"/>
          <a:ext cx="7509932" cy="2436858"/>
        </p:xfrm>
        <a:graphic>
          <a:graphicData uri="http://schemas.openxmlformats.org/drawingml/2006/table">
            <a:tbl>
              <a:tblPr/>
              <a:tblGrid>
                <a:gridCol w="5571885"/>
                <a:gridCol w="1938047"/>
              </a:tblGrid>
              <a:tr h="2707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mbria"/>
                        </a:rPr>
                        <a:t>Arrecadado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mbria"/>
                        </a:rPr>
                        <a:t>Valores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</a:tr>
              <a:tr h="270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Comitê Gestor Internet (Patrocínio)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R$100.000,00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CNPq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R$15.000,00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CAPES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R$45.000,00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FAPEAM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R$29.850,00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Inscrições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R$42.198,00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INTEL (Patrocínio)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R$10.000,00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START (Patrocínio)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R$2.500,00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76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mbria"/>
                        </a:rPr>
                        <a:t>Total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mbria"/>
                        </a:rPr>
                        <a:t>R$244.548,00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66719"/>
              </p:ext>
            </p:extLst>
          </p:nvPr>
        </p:nvGraphicFramePr>
        <p:xfrm>
          <a:off x="685800" y="4158244"/>
          <a:ext cx="7480300" cy="1795780"/>
        </p:xfrm>
        <a:graphic>
          <a:graphicData uri="http://schemas.openxmlformats.org/drawingml/2006/table">
            <a:tbl>
              <a:tblPr/>
              <a:tblGrid>
                <a:gridCol w="5549900"/>
                <a:gridCol w="1930400"/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mbria"/>
                        </a:rPr>
                        <a:t>Despesas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mbria"/>
                        </a:rPr>
                        <a:t>Valores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Passagens, Hospedagens e Diarias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R$45.604,61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Infraestrutura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R$63.833,00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Servicos Gráficos (..Bolsas, camisas)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R$20.893,55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Alimentação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R$37.030,00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Outros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R$6.780,00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mbria"/>
                        </a:rPr>
                        <a:t>Total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mbria"/>
                        </a:rPr>
                        <a:t>R$174.141,16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6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536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sz="2400" dirty="0" smtClean="0"/>
              <a:t>XIII </a:t>
            </a:r>
            <a:r>
              <a:rPr lang="en-GB" sz="2400" dirty="0" err="1" smtClean="0"/>
              <a:t>Simp</a:t>
            </a:r>
            <a:r>
              <a:rPr lang="en-GB" sz="2400" dirty="0" err="1" smtClean="0"/>
              <a:t>ósio</a:t>
            </a:r>
            <a:r>
              <a:rPr lang="en-GB" sz="2400" dirty="0" smtClean="0"/>
              <a:t> </a:t>
            </a:r>
            <a:r>
              <a:rPr lang="en-GB" sz="2400" dirty="0" err="1" smtClean="0"/>
              <a:t>Brasileiro</a:t>
            </a:r>
            <a:r>
              <a:rPr lang="en-GB" sz="2400" dirty="0" smtClean="0"/>
              <a:t> </a:t>
            </a:r>
            <a:r>
              <a:rPr lang="en-GB" sz="2400" dirty="0" err="1" smtClean="0"/>
              <a:t>em</a:t>
            </a:r>
            <a:r>
              <a:rPr lang="en-GB" sz="2400" dirty="0" smtClean="0"/>
              <a:t> </a:t>
            </a:r>
            <a:r>
              <a:rPr lang="en-GB" sz="2400" dirty="0" err="1" smtClean="0"/>
              <a:t>Segurança</a:t>
            </a:r>
            <a:r>
              <a:rPr lang="en-GB" sz="2400" dirty="0" smtClean="0"/>
              <a:t> da </a:t>
            </a:r>
            <a:r>
              <a:rPr lang="en-GB" sz="2400" dirty="0" err="1" smtClean="0"/>
              <a:t>Informação</a:t>
            </a:r>
            <a:r>
              <a:rPr lang="en-GB" sz="2400" dirty="0" smtClean="0"/>
              <a:t> e de </a:t>
            </a:r>
            <a:r>
              <a:rPr lang="en-GB" sz="2400" dirty="0" err="1" smtClean="0"/>
              <a:t>Sistemas</a:t>
            </a:r>
            <a:r>
              <a:rPr lang="en-GB" sz="2400" dirty="0" smtClean="0"/>
              <a:t> </a:t>
            </a:r>
            <a:r>
              <a:rPr lang="en-GB" sz="2400" dirty="0" err="1" smtClean="0"/>
              <a:t>Computacionais</a:t>
            </a:r>
            <a:endParaRPr lang="en-GB" sz="2400" dirty="0"/>
          </a:p>
        </p:txBody>
      </p:sp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Sejam Bem-Vindos e aproveitem a estada em Manaus!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3990415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 GRVM 2.2 window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RVM Font Style">
      <a:majorFont>
        <a:latin typeface="VistaSansSCBold"/>
        <a:ea typeface=""/>
        <a:cs typeface=""/>
      </a:majorFont>
      <a:minorFont>
        <a:latin typeface="VistaSans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GRVM 2.2 windows</Template>
  <TotalTime>3776</TotalTime>
  <Words>190</Words>
  <Application>Microsoft Macintosh PowerPoint</Application>
  <PresentationFormat>On-screen Show (4:3)</PresentationFormat>
  <Paragraphs>64</Paragraphs>
  <Slides>6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template GRVM 2.2 windows</vt:lpstr>
      <vt:lpstr>Microsoft Excel Sheet</vt:lpstr>
      <vt:lpstr>Relato da Coordenação Geral</vt:lpstr>
      <vt:lpstr>SBSeg 2013 em números (1/3)</vt:lpstr>
      <vt:lpstr>SBSeg 2013 em números (2/3)</vt:lpstr>
      <vt:lpstr>SBSeg 2013 em números (3/3)</vt:lpstr>
      <vt:lpstr>SBSeg 2013 em Finanças</vt:lpstr>
      <vt:lpstr>Sejam Bem-Vindos e aproveitem a estada em Manaus!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Bernardo</dc:creator>
  <cp:lastModifiedBy>Eduardo Luzeiro Feitosa</cp:lastModifiedBy>
  <cp:revision>149</cp:revision>
  <dcterms:created xsi:type="dcterms:W3CDTF">2013-03-26T18:56:16Z</dcterms:created>
  <dcterms:modified xsi:type="dcterms:W3CDTF">2013-11-12T23:12:46Z</dcterms:modified>
</cp:coreProperties>
</file>